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58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🏨 Saltystaz Gurgaon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1158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AI Chat Assistant — Proof of Concept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1158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FF"/>
                </a:solidFill>
              </a:rPr>
              <a:t>Enhancing guest experience through intelligent conversation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1158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0D0FF"/>
                </a:solidFill>
              </a:rPr>
              <a:t>AI-Powered  •  Next.js  •  OpenAI Agents SDK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1158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DD"/>
                </a:solidFill>
              </a:rPr>
              <a:t>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58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💡 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📞  Guests call the front desk for common queries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⏳  Wait times increase during peak hours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🔁  Repetitive questions consume staff bandwidth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📝  Booking process requires multiple steps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🌙  No 24/7 instant assistance available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0" y="164592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2A2A4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2011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700"/>
                </a:solidFill>
              </a:rPr>
              <a:t>Traditional Process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Guest → Call → Wait → Agent → Answer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3474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Average wait: 3-5 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58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✨ Our Solution: Meet Sophia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  AI concierge available 24/7 instantly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  Natural conversation in Indian English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  Handles bookings, FAQs, and policies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  Adapts tone — formal or casual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→  Focused strictly on hotel services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589520" y="1097280"/>
            <a:ext cx="4114800" cy="5029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589520" y="1097280"/>
            <a:ext cx="4114800" cy="731520"/>
          </a:xfrm>
          <a:prstGeom prst="roundRect">
            <a:avLst>
              <a:gd name="adj" fmla="val 6250"/>
            </a:avLst>
          </a:prstGeom>
          <a:solidFill>
            <a:srgbClr val="667EE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11887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🏨 Sophia - Concierge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86384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Hi! I'm Sophia. What's your name?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0" y="2560320"/>
            <a:ext cx="1645920" cy="36576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Priya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0" y="3108960"/>
            <a:ext cx="2926080" cy="457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Welcome Priya! How may I assist you?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961120" y="3749040"/>
            <a:ext cx="2560320" cy="365760"/>
          </a:xfrm>
          <a:prstGeom prst="rect">
            <a:avLst/>
          </a:prstGeom>
          <a:solidFill>
            <a:srgbClr val="667EE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Book a room for tomorrow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63840" y="4297680"/>
            <a:ext cx="2926080" cy="4572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Found 3 options! Deluxe ₹8,500...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58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🎯 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2A2A4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AI Conversation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Natural language with GPT-4o-mini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2A2A4E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🏨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29768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Room Booking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Check, book, and cancel rooms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37160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2A2A4E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15544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194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Hotel FAQ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7432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Policies, amenities, timings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9319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2A2A4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114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🎭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Tone Matching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5303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Formal or casual adaptation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97680" y="39319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2A2A4E"/>
          </a:solidFill>
          <a:ln/>
        </p:spPr>
      </p:sp>
      <p:sp>
        <p:nvSpPr>
          <p:cNvPr id="20" name="Text 18"/>
          <p:cNvSpPr/>
          <p:nvPr/>
        </p:nvSpPr>
        <p:spPr>
          <a:xfrm>
            <a:off x="4297680" y="4114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297680" y="4754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Topic Boundary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5303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Hotel-only responses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39319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2A2A4E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4114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47548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Session Memory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53035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50 message context window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58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</a:rPr>
              <a:t>🏗️ 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188720"/>
            <a:ext cx="5486400" cy="731520"/>
          </a:xfrm>
          <a:prstGeom prst="roundRect">
            <a:avLst>
              <a:gd name="adj" fmla="val 6250"/>
            </a:avLst>
          </a:prstGeom>
          <a:solidFill>
            <a:srgbClr val="E8F4FD"/>
          </a:solidFill>
          <a:ln w="19050">
            <a:solidFill>
              <a:srgbClr val="4FAC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0" y="11887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Browser — Chat UI (React)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↓ POST /api/chat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468880"/>
            <a:ext cx="10058400" cy="2926080"/>
          </a:xfrm>
          <a:prstGeom prst="roundRect">
            <a:avLst>
              <a:gd name="adj" fmla="val 3125"/>
            </a:avLst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555"/>
                </a:solidFill>
              </a:rPr>
              <a:t>Next.js Server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71600" y="30175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0175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Session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Manager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0" y="30175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30175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Hotel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Agent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30175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30175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43891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4389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Booking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Engine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0" y="43891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4389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FAQ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Module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438912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67E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438912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Mock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</a:rPr>
              <a:t>Store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5669280"/>
            <a:ext cx="5486400" cy="731520"/>
          </a:xfrm>
          <a:prstGeom prst="roundRect">
            <a:avLst>
              <a:gd name="adj" fmla="val 6250"/>
            </a:avLst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56692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OpenAI GPT-4o-mini (External API)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58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🛠️ 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2A2A4E"/>
          </a:solidFill>
          <a:ln w="12700">
            <a:solidFill>
              <a:srgbClr val="4A4A7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1371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Next.js 16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846320" y="137160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2A2A4E"/>
          </a:solidFill>
          <a:ln w="12700">
            <a:solidFill>
              <a:srgbClr val="4A4A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1371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TypeScript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321040" y="137160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2A2A4E"/>
          </a:solidFill>
          <a:ln w="12700">
            <a:solidFill>
              <a:srgbClr val="4A4A7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13716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React 19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246888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2A2A4E"/>
          </a:solidFill>
          <a:ln w="12700">
            <a:solidFill>
              <a:srgbClr val="4A4A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468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Tailwind CSS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46888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2A2A4E"/>
          </a:solidFill>
          <a:ln w="12700">
            <a:solidFill>
              <a:srgbClr val="4A4A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468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OpenAI Agents SDK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21040" y="246888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2A2A4E"/>
          </a:solidFill>
          <a:ln w="12700">
            <a:solidFill>
              <a:srgbClr val="4A4A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24688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GPT-4o-mini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356616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2A2A4E"/>
          </a:solidFill>
          <a:ln w="12700">
            <a:solidFill>
              <a:srgbClr val="4A4A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" y="3566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Zod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356616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2A2A4E"/>
          </a:solidFill>
          <a:ln w="12700">
            <a:solidFill>
              <a:srgbClr val="4A4A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566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Vitest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21040" y="3566160"/>
            <a:ext cx="3108960" cy="731520"/>
          </a:xfrm>
          <a:prstGeom prst="roundRect">
            <a:avLst>
              <a:gd name="adj" fmla="val 6250"/>
            </a:avLst>
          </a:prstGeom>
          <a:solidFill>
            <a:srgbClr val="2A2A4E"/>
          </a:solidFill>
          <a:ln w="12700">
            <a:solidFill>
              <a:srgbClr val="4A4A7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5661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fast-check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→  Single command setup: npm run dev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5257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→  No database — all in-memory mock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→  Agent SDK handles tool calling automatically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6263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→  Property-based testing for correctness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65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58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⚡ 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1976D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Guest sends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message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77440" y="2560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→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0" y="18288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1976D2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0" y="2926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API validates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&amp; routes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63440" y="2560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5029200" y="18288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1976D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0" y="2926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Agent decides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2560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315200" y="18288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1976D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315200" y="2926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Tool executes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(book/FAQ)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35440" y="2560320"/>
            <a:ext cx="457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601200" y="1828800"/>
            <a:ext cx="2011680" cy="2286000"/>
          </a:xfrm>
          <a:prstGeom prst="roundRect">
            <a:avLst>
              <a:gd name="adj" fmla="val 4545"/>
            </a:avLst>
          </a:prstGeom>
          <a:solidFill>
            <a:srgbClr val="1976D2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0" y="20116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</a:rPr>
              <a:t>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01200" y="292608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Response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delivered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5029200"/>
            <a:ext cx="1158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E0FF"/>
                </a:solidFill>
              </a:rPr>
              <a:t>The AI agent autonomously decides when to call tools vs reply directly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1E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58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🛏️ Room Categories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C2185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🏠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Deluxe Room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108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</a:rPr>
              <a:t>₹8,500/night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DD"/>
                </a:solidFill>
              </a:rPr>
              <a:t>Max 2 guests • City view • King bed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C2185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🏢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Executive Suite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3108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</a:rPr>
              <a:t>₹15,000/night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DD"/>
                </a:solidFill>
              </a:rPr>
              <a:t>Max 4 guests • Lounge • Living area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1371600"/>
            <a:ext cx="3474720" cy="3657600"/>
          </a:xfrm>
          <a:prstGeom prst="roundRect">
            <a:avLst>
              <a:gd name="adj" fmla="val 2632"/>
            </a:avLst>
          </a:prstGeom>
          <a:solidFill>
            <a:srgbClr val="C2185B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👑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412480" y="24688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Presidential Suite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412480" y="310896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</a:rPr>
              <a:t>₹35,000/night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3840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DD"/>
                </a:solidFill>
              </a:rPr>
              <a:t>Max 6 guests • Butler • Jacuzzi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669280"/>
            <a:ext cx="1158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CCDD"/>
                </a:solidFill>
              </a:rPr>
              <a:t>90 days of availability  •  Real-time booking with confirmation numbers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58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3436"/>
                </a:solidFill>
              </a:rPr>
              <a:t>✅ Testing &amp; Quality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151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Tests Passing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4048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16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84048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Test Files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7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76656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Property Tests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92640" y="13716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67EEA"/>
                </a:solidFill>
              </a:rPr>
              <a:t>100%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9692640" y="22860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Build Pass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→  Unit tests for every module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→  Property-based tests (100 iterations each)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→  Integration tests with mocked AI responses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4444"/>
                </a:solidFill>
              </a:rPr>
              <a:t>→  UI component tests with React Testing Library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58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🎬 Demo Scenarios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2A2A4E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645920"/>
            <a:ext cx="1097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286000" y="1737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Welcome Flow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2377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Name capture → personalized greeting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583680" y="137160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2A2A4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1645920"/>
            <a:ext cx="1097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955280" y="17373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Room Inquiry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0" y="2377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"Book a room for tomorrow" → options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393192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2A2A4E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4206240"/>
            <a:ext cx="1097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✅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286000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Booking Confirm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0" y="4937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Select room → confirmation number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3931920"/>
            <a:ext cx="5029200" cy="2103120"/>
          </a:xfrm>
          <a:prstGeom prst="roundRect">
            <a:avLst>
              <a:gd name="adj" fmla="val 4348"/>
            </a:avLst>
          </a:prstGeom>
          <a:solidFill>
            <a:srgbClr val="2A2A4E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4206240"/>
            <a:ext cx="1097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❌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955280" y="42976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Off-Topic Block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955280" y="4937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"Tell me about JS" → polite redirect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58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📈 Expected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⚡  Reduced wait times — instant AI responses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🌙  24/7 availability — no staffing gaps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✨  Consistent experience — same quality every 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840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👥  Staff efficiency — focus on complex requests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😊  Guest satisfaction — natural, warm interaction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0" y="182880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1A5A6E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0" y="21031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E89E"/>
                </a:solidFill>
              </a:rPr>
              <a:t>⚡ With Sophia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Guest → Type → Instant Response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AAAA"/>
                </a:solidFill>
              </a:rPr>
              <a:t>Average: &lt; 3 seconds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67E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1158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🙏 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158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0E0FF"/>
                </a:solidFill>
              </a:rPr>
              <a:t>Saltystaz Gurgaon AI Chat Assistant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1158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0FF"/>
                </a:solidFill>
              </a:rPr>
              <a:t>Powered by Sophia — your intelligent concierge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5029200"/>
            <a:ext cx="1158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FF"/>
                </a:solidFill>
              </a:rPr>
              <a:t>Live Demo: localhost:3000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5669280"/>
            <a:ext cx="1158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Questions?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Chat Assistant - Sophia</dc:title>
  <dc:subject>PptxGenJS Presentation</dc:subject>
  <dc:creator>Saltystaz Gurgaon</dc:creator>
  <cp:lastModifiedBy>Saltystaz Gurgaon</cp:lastModifiedBy>
  <cp:revision>1</cp:revision>
  <dcterms:created xsi:type="dcterms:W3CDTF">2026-06-28T07:10:24Z</dcterms:created>
  <dcterms:modified xsi:type="dcterms:W3CDTF">2026-06-28T07:10:24Z</dcterms:modified>
</cp:coreProperties>
</file>